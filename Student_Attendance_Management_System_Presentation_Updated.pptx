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D3C"/>
                </a:solidFill>
              </a:defRPr>
            </a:pPr>
            <a:r>
              <a:t>Student Attendance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15468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5F91"/>
                </a:solidFill>
              </a:defRPr>
            </a:pPr>
            <a:r>
              <a:t>Python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D3C"/>
                </a:solidFill>
              </a:defRPr>
            </a:pPr>
            <a:r>
              <a:t>Author: Ameya D. Giradkar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 simple Python-based system for managing student attendance.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Stores student names and records attendance over multiple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Automatically counts present days and calculates attendance percentage.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Provides a clear attendance result for every student.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Designed as a beginner-friendly project with simple logic.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Manual attendance records can take time to maintain.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Calculating attendance percentages manually can cause mistakes.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can be difficult to quickly see each student's attendance status.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provides a simple computerized way to record and calculate attendance.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number of students and their names.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total number of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Record which students are present each day.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Calculate total present days for every student.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Calculate attendance percentage automatically.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Display the final attendance result clearly.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4. Functional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Student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number of students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Store student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Attendance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total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present students each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Attendance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Present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Total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Attendance percentage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5. 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Enter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79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Enter total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Record daily presence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Count present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Calculate percentage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Display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6.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Language: Python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Dictionary is used to store student names and present-day counts.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 set is used each day to avoid counting the same student twice.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Loops are used to process students and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Conditional statements validate whether an entered student exists.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Attendance percentage = (Present Days / Total Days) ×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Sample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----- ATTENDANCE RESULT -----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Name: ram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Present Days: 3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Total Days: 5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Attendance: 60.0 %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Name: dev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Present Days: 4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Total Days: 5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Attendance: 80.0 %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Name: rahul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Present Days: 3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Total Days: 5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Attendance: 60.0 %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Name: priya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Present Days: 3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Total Days: 5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Attendance: 60.0 %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Name: anjali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Present Days: 4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Total Days: 5</a:t>
            </a:r>
          </a:p>
          <a:p>
            <a:pPr>
              <a:spcAft>
                <a:spcPts val="200"/>
              </a:spcAft>
              <a:defRPr sz="1600">
                <a:latin typeface="Consolas"/>
              </a:defRPr>
            </a:pPr>
            <a:r>
              <a:t>Attendance: 80.0 %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8. Non-Functional Requirements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Usability: simple input and output format.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Reliability: attendance calculations are performed automatically.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Error Handling: unknown student names are identified.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Maintainability: simple loops, dictionary, set, and clear variables make the code easy to understand.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Validation: a student is counted only when the entered name exists in the student list.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Duplicate entries on the same day are prevented by using a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9. Testing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Test with different numbers of students.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Test with different numbers of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valid student names and verify attendance counts.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a name that is not in the student list and check the error message.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same student more than once on one day and verify they are counted once.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Check that the final percentage matches the expected calculation.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10.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a graphical user interface.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Save attendance data permanently in a file or database.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date-wise attendance records.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Generate monthly and subject-wise reports.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Export attendance reports to PDF or Excel.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login functionality for authorized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provides a simple way to record and calculate student attendance.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uses basic Python concepts such as dictionaries, sets, loops, and conditions.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reduces manual attendance calculations.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can be extended with storage, reports, and a graphical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