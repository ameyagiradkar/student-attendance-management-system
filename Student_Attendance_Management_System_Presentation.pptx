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32D3C"/>
                </a:solidFill>
              </a:defRPr>
            </a:pPr>
            <a:r>
              <a:t>Student Attendance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15468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75F91"/>
                </a:solidFill>
              </a:defRPr>
            </a:pPr>
            <a:r>
              <a:t>Python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6634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2D3C"/>
                </a:solidFill>
              </a:defRPr>
            </a:pPr>
            <a:r>
              <a:t>Author: Ameya D. Giradkar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 simple Python-based system for managing student attendance.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Stores student names and records attendance over multiple days.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Automatically counts present days and calculates attendance percentage.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Provides a clear attendance result for every student.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Designed as a beginner-friendly project with simple logic.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Manual attendance records can take time to maintain.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Calculating attendance percentages manually can cause mistakes.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It can be difficult to quickly see each student's attendance status.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The project provides a simple computerized way to record and calculate attendance.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the number of students and their names.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the total number of attendance days.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Record which students are present each day.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Calculate total present days for every student.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Calculate attendance percentage automatically.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Display the final attendance result clearly.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4. Functional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3337560" cy="4251960"/>
          </a:xfrm>
          <a:prstGeom prst="roundRect">
            <a:avLst/>
          </a:prstGeom>
          <a:solidFill>
            <a:srgbClr val="EEF2F7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5F91"/>
                </a:solidFill>
              </a:defRPr>
            </a:pPr>
            <a:r>
              <a:t>Student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Enter number of students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Store student names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08760"/>
            <a:ext cx="3337560" cy="4251960"/>
          </a:xfrm>
          <a:prstGeom prst="roundRect">
            <a:avLst/>
          </a:prstGeom>
          <a:solidFill>
            <a:srgbClr val="EEF2F7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78308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5F91"/>
                </a:solidFill>
              </a:defRPr>
            </a:pPr>
            <a:r>
              <a:t>Attendance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Enter total days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Enter present students each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08760"/>
            <a:ext cx="3337560" cy="4251960"/>
          </a:xfrm>
          <a:prstGeom prst="roundRect">
            <a:avLst/>
          </a:prstGeom>
          <a:solidFill>
            <a:srgbClr val="EEF2F7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78308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5F91"/>
                </a:solidFill>
              </a:defRPr>
            </a:pPr>
            <a:r>
              <a:t>Attendance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Present days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Total days</a:t>
            </a:r>
          </a:p>
          <a:p>
            <a:pPr>
              <a:spcAft>
                <a:spcPts val="1300"/>
              </a:spcAft>
              <a:defRPr sz="1600">
                <a:solidFill>
                  <a:srgbClr val="232D3C"/>
                </a:solidFill>
              </a:defRPr>
            </a:pPr>
            <a:r>
              <a:t>• Attendance percentage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5. 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08760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Enter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79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Enter total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508760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Record daily presence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79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22191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Count present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611879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822191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Calculate percentage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11879"/>
            <a:ext cx="2331720" cy="960120"/>
          </a:xfrm>
          <a:prstGeom prst="roundRect">
            <a:avLst/>
          </a:prstGeom>
          <a:solidFill>
            <a:srgbClr val="EEF2F7"/>
          </a:solidFill>
          <a:ln>
            <a:solidFill>
              <a:srgbClr val="3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3822191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32D3C"/>
                </a:solidFill>
              </a:defRPr>
            </a:pPr>
            <a:r>
              <a:t>Display 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6.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Language: Python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Dictionary is used to store student names and present-day counts.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 set is used each day to avoid counting the same student twice.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Loops are used to process students and attendance days.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Conditional statements validate whether an entered student exists.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Attendance percentage = (Present Days / Total Days) × 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7. Sample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88720" y="1600200"/>
          <a:ext cx="9784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286000"/>
                <a:gridCol w="2468880"/>
                <a:gridCol w="25603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E1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Total Days</a:t>
                      </a:r>
                    </a:p>
                  </a:txBody>
                  <a:tcPr>
                    <a:solidFill>
                      <a:srgbClr val="E1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Present Days</a:t>
                      </a:r>
                    </a:p>
                  </a:txBody>
                  <a:tcPr>
                    <a:solidFill>
                      <a:srgbClr val="E1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/>
                      </a:pPr>
                      <a:r>
                        <a:t>Attendance</a:t>
                      </a:r>
                    </a:p>
                  </a:txBody>
                  <a:tcPr>
                    <a:solidFill>
                      <a:srgbClr val="E1E8F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Rahul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86.67%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Priya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75.00%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Amit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96.67%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8. Non-Functional Requirements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Usability: simple input and output format.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Reliability: attendance calculations are performed automatically.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Error Handling: unknown student names are identified.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Maintainability: simple loops, dictionary, set, and clear variables make the code easy to understand.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Validation: a student is counted only when the entered name exists in the student list.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Duplicate entries on the same day are prevented by using a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9. Testing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Test with different numbers of students.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Test with different numbers of attendance days.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valid student names and verify attendance counts.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a name that is not in the student list and check the error message.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Enter the same student more than once on one day and verify they are counted once.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Check that the final percentage matches the expected calculation.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10.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Add a graphical user interface.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Save attendance data permanently in a file or database.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Add date-wise attendance records.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Generate monthly and subject-wise reports.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Export attendance reports to PDF or Excel.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Add login functionality for authorized users.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C"/>
                </a:solidFill>
              </a:defRPr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The project provides a simple way to record and calculate student attendance.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It uses basic Python concepts such as dictionaries, sets, loops, and conditions.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It reduces manual attendance calculations.</a:t>
            </a:r>
          </a:p>
          <a:p>
            <a:pPr>
              <a:spcAft>
                <a:spcPts val="1300"/>
              </a:spcAft>
              <a:defRPr sz="2100">
                <a:solidFill>
                  <a:srgbClr val="232D3C"/>
                </a:solidFill>
              </a:defRPr>
            </a:pPr>
            <a:r>
              <a:t>• The project can be extended with storage, reports, and a graphical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D3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